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Cambria" pitchFamily="18" charset="0"/>
      <p:regular r:id="rId21"/>
      <p:bold r:id="rId22"/>
      <p:italic r:id="rId23"/>
      <p:boldItalic r:id="rId24"/>
    </p:embeddedFont>
    <p:embeddedFont>
      <p:font typeface="Bookman Old Style" pitchFamily="18" charset="0"/>
      <p:regular r:id="rId25"/>
      <p:bold r:id="rId26"/>
      <p:italic r:id="rId27"/>
      <p:boldItalic r:id="rId28"/>
    </p:embeddedFont>
    <p:embeddedFont>
      <p:font typeface="Gotham" charset="0"/>
      <p:regular r:id="rId29"/>
    </p:embeddedFont>
    <p:embeddedFont>
      <p:font typeface="Gotham Bold Italics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-520" y="-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1501640" y="5829300"/>
            <a:ext cx="15784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r>
              <a:rPr lang="en-US" sz="44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K.Amar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– VTU25055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23UECS1099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Dr. S.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Hemamalini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r>
              <a:rPr lang="en-US" sz="2800" dirty="0" smtClean="0"/>
              <a:t> M.E., Ph.D.</a:t>
            </a:r>
            <a:endParaRPr lang="en-US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/>
              <a:t>Assistant Professor (Senior Grade)</a:t>
            </a:r>
            <a:endParaRPr lang="en-IN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SDG 8: DECENT WORK AND ECONOMIC GROWTH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148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</a:t>
            </a:r>
            <a:r>
              <a:rPr lang="en-US" sz="3600" b="1" dirty="0" smtClean="0"/>
              <a:t>JOB PORTAL MANAGEMENT SYSTEM</a:t>
            </a:r>
            <a:r>
              <a:rPr lang="en-US" sz="3600" dirty="0" smtClean="0"/>
              <a:t> is designed to simplify and organize the recruitment process.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acts as a </a:t>
            </a:r>
            <a:r>
              <a:rPr lang="en-US" sz="3600" b="1" dirty="0" smtClean="0"/>
              <a:t>bridge between job seekers and employers</a:t>
            </a:r>
            <a:r>
              <a:rPr lang="en-US" sz="3600" dirty="0" smtClean="0"/>
              <a:t>, providing a centralized platform for job postings and applications.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system helps in </a:t>
            </a:r>
            <a:r>
              <a:rPr lang="en-US" sz="3600" b="1" dirty="0" smtClean="0"/>
              <a:t>reducing manual effort</a:t>
            </a:r>
            <a:r>
              <a:rPr lang="en-US" sz="3600" dirty="0" smtClean="0"/>
              <a:t> and ensures transparency in the hiring process.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Job seekers can </a:t>
            </a:r>
            <a:r>
              <a:rPr lang="en-US" sz="3600" b="1" dirty="0" smtClean="0"/>
              <a:t>explore opportunities, apply efficiently, and track their progress</a:t>
            </a:r>
            <a:r>
              <a:rPr lang="en-US" sz="3600" dirty="0" smtClean="0"/>
              <a:t> through the portal.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Employers benefit from </a:t>
            </a:r>
            <a:r>
              <a:rPr lang="en-US" sz="3600" b="1" dirty="0" smtClean="0"/>
              <a:t>streamlined hiring, organized candidate data, and faster decision-making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Overall, the system enhances </a:t>
            </a:r>
            <a:r>
              <a:rPr lang="en-US" sz="3600" b="1" dirty="0" smtClean="0"/>
              <a:t>communication, accessibility, and efficiency</a:t>
            </a:r>
            <a:r>
              <a:rPr lang="en-US" sz="3600" dirty="0" smtClean="0"/>
              <a:t> in recruitment management.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BDE2941C-1504-53F9-99B2-48002CA9A345}"/>
              </a:ext>
            </a:extLst>
          </p:cNvPr>
          <p:cNvSpPr txBox="1"/>
          <p:nvPr/>
        </p:nvSpPr>
        <p:spPr>
          <a:xfrm>
            <a:off x="2133600" y="1562100"/>
            <a:ext cx="15082325" cy="1320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Traditional recruitment processes are </a:t>
            </a:r>
            <a:r>
              <a:rPr lang="en-US" sz="3600" b="1" dirty="0" smtClean="0"/>
              <a:t>time-consuming and inefficient</a:t>
            </a:r>
            <a:r>
              <a:rPr lang="en-US" sz="3600" dirty="0" smtClean="0"/>
              <a:t>, often involving manual paperwork and scattered communication.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Job seekers face </a:t>
            </a:r>
            <a:r>
              <a:rPr lang="en-US" sz="3600" b="1" dirty="0" smtClean="0"/>
              <a:t>difficulty in accessing opportunities</a:t>
            </a:r>
            <a:r>
              <a:rPr lang="en-US" sz="3600" dirty="0" smtClean="0"/>
              <a:t>, as postings are spread across multiple platforms without a centralized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Employers struggle with </a:t>
            </a:r>
            <a:r>
              <a:rPr lang="en-US" sz="3600" b="1" dirty="0" smtClean="0"/>
              <a:t>managing large volumes of applications</a:t>
            </a:r>
            <a:r>
              <a:rPr lang="en-US" sz="3600" dirty="0" smtClean="0"/>
              <a:t>, leading to delays in </a:t>
            </a:r>
            <a:r>
              <a:rPr lang="en-US" sz="3600" dirty="0" err="1" smtClean="0"/>
              <a:t>shortlisting</a:t>
            </a:r>
            <a:r>
              <a:rPr lang="en-US" sz="3600" dirty="0" smtClean="0"/>
              <a:t> and hiring.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Lack of transparency in the process causes </a:t>
            </a:r>
            <a:r>
              <a:rPr lang="en-US" sz="3600" b="1" dirty="0" smtClean="0"/>
              <a:t>confusion for candidates</a:t>
            </a:r>
            <a:r>
              <a:rPr lang="en-US" sz="3600" dirty="0" smtClean="0"/>
              <a:t>, who cannot track the status of their applications.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Communication gaps between recruiters and applicants result in </a:t>
            </a:r>
            <a:r>
              <a:rPr lang="en-US" sz="3600" b="1" dirty="0" smtClean="0"/>
              <a:t>missed opportunities and slower hiring decisions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There is a need for a </a:t>
            </a:r>
            <a:r>
              <a:rPr lang="en-US" sz="3600" b="1" dirty="0" smtClean="0"/>
              <a:t>digital solution</a:t>
            </a:r>
            <a:r>
              <a:rPr lang="en-US" sz="3600" dirty="0" smtClean="0"/>
              <a:t> that streamlines job postings, applications, and candidate management in one platform.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xmlns="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To </a:t>
            </a:r>
            <a:r>
              <a:rPr lang="en-US" sz="3600" b="1" dirty="0" smtClean="0"/>
              <a:t>develop a centralized platform</a:t>
            </a:r>
            <a:r>
              <a:rPr lang="en-US" sz="3600" dirty="0" smtClean="0"/>
              <a:t> that connects job seekers with employers efficiently.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To </a:t>
            </a:r>
            <a:r>
              <a:rPr lang="en-US" sz="3600" b="1" dirty="0" smtClean="0"/>
              <a:t>simplify the recruitment process</a:t>
            </a:r>
            <a:r>
              <a:rPr lang="en-US" sz="3600" dirty="0" smtClean="0"/>
              <a:t> by reducing manual effort and paperwork.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xmlns="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proposed </a:t>
            </a:r>
            <a:r>
              <a:rPr lang="en-US" sz="3600" b="1" dirty="0" smtClean="0"/>
              <a:t>JOB PORTAL MANAGEMENT SYSTEM</a:t>
            </a:r>
            <a:r>
              <a:rPr lang="en-US" sz="3600" dirty="0" smtClean="0"/>
              <a:t> will serve as a unified platform for employers and job seekers.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will allow </a:t>
            </a:r>
            <a:r>
              <a:rPr lang="en-US" sz="3600" b="1" dirty="0" smtClean="0"/>
              <a:t>employers to post job vacancies</a:t>
            </a:r>
            <a:r>
              <a:rPr lang="en-US" sz="3600" dirty="0" smtClean="0"/>
              <a:t> and manage applications in a structured manner.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Job seekers will be able to </a:t>
            </a:r>
            <a:r>
              <a:rPr lang="en-US" sz="3600" b="1" dirty="0" smtClean="0"/>
              <a:t>create profiles, search for jobs, and apply online</a:t>
            </a:r>
            <a:r>
              <a:rPr lang="en-US" sz="3600" dirty="0" smtClean="0"/>
              <a:t> with ease.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system will provide </a:t>
            </a:r>
            <a:r>
              <a:rPr lang="en-US" sz="3600" b="1" dirty="0" smtClean="0"/>
              <a:t>real-time updates</a:t>
            </a:r>
            <a:r>
              <a:rPr lang="en-US" sz="3600" dirty="0" smtClean="0"/>
              <a:t> on application status to ensure transparency.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A </a:t>
            </a:r>
            <a:r>
              <a:rPr lang="en-US" sz="3600" b="1" dirty="0" smtClean="0"/>
              <a:t>secure database</a:t>
            </a:r>
            <a:r>
              <a:rPr lang="en-US" sz="3600" dirty="0" smtClean="0"/>
              <a:t> will be implemented to store candidate and employer information safely.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portal will include </a:t>
            </a:r>
            <a:r>
              <a:rPr lang="en-US" sz="3600" b="1" dirty="0" smtClean="0"/>
              <a:t>filters and search options</a:t>
            </a:r>
            <a:r>
              <a:rPr lang="en-US" sz="3600" dirty="0" smtClean="0"/>
              <a:t> to help users find relevant opportunities quickly.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Communication between recruiters and applicants will be </a:t>
            </a:r>
            <a:r>
              <a:rPr lang="en-US" sz="3600" b="1" dirty="0" smtClean="0"/>
              <a:t>streamlined through notifications and messaging features</a:t>
            </a:r>
            <a:r>
              <a:rPr lang="en-US" sz="3600" dirty="0" smtClean="0"/>
              <a:t>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xmlns="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1209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Input</a:t>
            </a:r>
            <a:r>
              <a:rPr lang="en-US" sz="3200" b="1" dirty="0" smtClean="0"/>
              <a:t>:</a:t>
            </a:r>
          </a:p>
          <a:p>
            <a:pPr algn="just"/>
            <a:r>
              <a:rPr lang="en-US" sz="3200" dirty="0" smtClean="0"/>
              <a:t>Employer job details, job seeker profiles, login credentials, and applications submitted.</a:t>
            </a: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Processing:</a:t>
            </a:r>
          </a:p>
          <a:p>
            <a:pPr algn="just"/>
            <a:r>
              <a:rPr lang="en-US" sz="3200" dirty="0" smtClean="0"/>
              <a:t>System processes employer job postings, candidate applications, and matches profiles with requirements.</a:t>
            </a:r>
            <a:endParaRPr lang="en-US" sz="3200" b="1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b="1" dirty="0" smtClean="0"/>
              <a:t>Database:</a:t>
            </a:r>
          </a:p>
          <a:p>
            <a:pPr algn="just"/>
            <a:r>
              <a:rPr lang="en-US" sz="3200" dirty="0" smtClean="0"/>
              <a:t>Stores employer details, job seeker profiles, resumes, applications, and recruitment records securely.</a:t>
            </a:r>
            <a:endParaRPr lang="en-US" sz="3200" b="1" dirty="0" smtClean="0"/>
          </a:p>
          <a:p>
            <a:pPr algn="just"/>
            <a:r>
              <a:rPr lang="en-US" sz="3200" b="1" dirty="0" smtClean="0"/>
              <a:t>Output</a:t>
            </a:r>
            <a:r>
              <a:rPr lang="en-US" sz="3200" b="1" dirty="0" smtClean="0"/>
              <a:t>:</a:t>
            </a:r>
          </a:p>
          <a:p>
            <a:pPr marL="457200" indent="-457200"/>
            <a:r>
              <a:rPr lang="en-US" sz="3200" dirty="0" smtClean="0"/>
              <a:t>Job listings, candidate profiles, application status updates, and notifications.</a:t>
            </a:r>
            <a:endParaRPr lang="en-US" sz="32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2019300"/>
            <a:ext cx="1356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8F10C907-CE56-F0FC-85BD-52BE980F284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 l="4166" t="17977" r="2381" b="-2185"/>
          <a:stretch>
            <a:fillRect/>
          </a:stretch>
        </p:blipFill>
        <p:spPr>
          <a:xfrm>
            <a:off x="3352800" y="1748559"/>
            <a:ext cx="11963401" cy="7186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012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Java, Node.js (Express.js)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workbench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Spring Security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nl-NL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JDK 17+, Web Browser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87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registration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login by verifying username and password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(Student / Employer / Admin)</a:t>
            </a: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post, edit, delete jobs</a:t>
            </a: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apply for jobs, Track application status</a:t>
            </a: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 jobs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endParaRPr lang="en-IN" sz="2400" dirty="0" smtClean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209800" y="8039100"/>
            <a:ext cx="15011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/>
              <a:t>Explanation</a:t>
            </a:r>
            <a:r>
              <a:rPr lang="en-US" sz="3200" dirty="0" smtClean="0"/>
              <a:t>:</a:t>
            </a:r>
          </a:p>
          <a:p>
            <a:pPr algn="just"/>
            <a:r>
              <a:rPr lang="en-US" sz="3200" dirty="0" smtClean="0"/>
              <a:t>This picture shows a </a:t>
            </a:r>
            <a:r>
              <a:rPr lang="en-US" sz="3200" b="1" dirty="0" smtClean="0"/>
              <a:t>registration form interface</a:t>
            </a:r>
            <a:r>
              <a:rPr lang="en-US" sz="3200" dirty="0" smtClean="0"/>
              <a:t> where a job seeker can create an account by entering their name, email, password, and selecting their role before clicking “Create Account.”</a:t>
            </a:r>
            <a:endParaRPr lang="en-US" sz="3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800" y="2019300"/>
            <a:ext cx="11201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905000" y="7792879"/>
            <a:ext cx="1600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Explanation: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 smtClean="0"/>
              <a:t>This picture shows a </a:t>
            </a:r>
            <a:r>
              <a:rPr lang="en-US" sz="3200" b="1" dirty="0" smtClean="0"/>
              <a:t>job portal homepage interface</a:t>
            </a:r>
            <a:r>
              <a:rPr lang="en-US" sz="3200" dirty="0" smtClean="0"/>
              <a:t> where users can search for jobs using keywords, view the latest job listings, and apply directly through options like “View Details” and “Apply.”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1562100"/>
            <a:ext cx="10210799" cy="570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286000" y="8191500"/>
            <a:ext cx="14782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Explanation:</a:t>
            </a:r>
          </a:p>
          <a:p>
            <a:r>
              <a:rPr lang="en-US" sz="3200" dirty="0" smtClean="0"/>
              <a:t>This picture shows a </a:t>
            </a:r>
            <a:r>
              <a:rPr lang="en-US" sz="3200" b="1" dirty="0" smtClean="0"/>
              <a:t>job listing page</a:t>
            </a:r>
            <a:r>
              <a:rPr lang="en-US" sz="3200" dirty="0" smtClean="0"/>
              <a:t> where details of a UI/UX Designer role at </a:t>
            </a:r>
            <a:r>
              <a:rPr lang="en-US" sz="3200" dirty="0" err="1" smtClean="0"/>
              <a:t>TechCorp</a:t>
            </a:r>
            <a:r>
              <a:rPr lang="en-US" sz="3200" dirty="0" smtClean="0"/>
              <a:t> Inc are displayed, including job description, requirements, company info, and an option to log in to </a:t>
            </a:r>
            <a:r>
              <a:rPr lang="en-US" sz="3200" dirty="0" smtClean="0"/>
              <a:t>apply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1562100"/>
            <a:ext cx="10820400" cy="572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362200" y="7962900"/>
            <a:ext cx="14478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Explanation</a:t>
            </a:r>
            <a:r>
              <a:rPr lang="en-US" sz="3200" dirty="0" smtClean="0"/>
              <a:t>:</a:t>
            </a:r>
          </a:p>
          <a:p>
            <a:r>
              <a:rPr lang="en-US" sz="3200" dirty="0" smtClean="0"/>
              <a:t>This picture shows a </a:t>
            </a:r>
            <a:r>
              <a:rPr lang="en-US" sz="3200" b="1" dirty="0" smtClean="0"/>
              <a:t>Browse Jobs page</a:t>
            </a:r>
            <a:r>
              <a:rPr lang="en-US" sz="3200" dirty="0" smtClean="0"/>
              <a:t> where users can search and filter job listings by type, category, and location, then view details or apply directly from the displayed results.</a:t>
            </a:r>
            <a:endParaRPr lang="en-US" sz="32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1790700"/>
            <a:ext cx="10286999" cy="534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xmlns="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xmlns="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xmlns="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xmlns="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33600" y="1943100"/>
            <a:ext cx="13335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600" b="1" dirty="0" smtClean="0">
                <a:latin typeface="Arial" charset="0"/>
                <a:cs typeface="Arial" charset="0"/>
              </a:rPr>
              <a:t>Advantages: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Centralized platform for employers and job seekers.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Easy access to job opportunities and applications.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Transparent process with real-time updates.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600" b="1" dirty="0" smtClean="0">
              <a:latin typeface="Arial" charset="0"/>
              <a:cs typeface="Arial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600" b="1" dirty="0" smtClean="0">
                <a:latin typeface="Arial" charset="0"/>
                <a:cs typeface="Arial" charset="0"/>
              </a:rPr>
              <a:t>Limitations</a:t>
            </a:r>
            <a:r>
              <a:rPr lang="en-US" sz="3600" b="1" dirty="0" smtClean="0">
                <a:latin typeface="Arial" charset="0"/>
                <a:cs typeface="Arial" charset="0"/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Requires internet access for usage.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Data security risks if not managed properly.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Limited to registered users only.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May face technical issues or downtime.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b="1" dirty="0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951</Words>
  <Application>Microsoft Office PowerPoint</Application>
  <PresentationFormat>Custom</PresentationFormat>
  <Paragraphs>329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</vt:lpstr>
      <vt:lpstr>Bookman Old Style</vt:lpstr>
      <vt:lpstr>Times New Roman</vt:lpstr>
      <vt:lpstr>Gotham</vt:lpstr>
      <vt:lpstr>Wingdings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silpa reddy</dc:creator>
  <cp:lastModifiedBy>silpa reddy</cp:lastModifiedBy>
  <cp:revision>24</cp:revision>
  <dcterms:created xsi:type="dcterms:W3CDTF">2006-08-16T00:00:00Z</dcterms:created>
  <dcterms:modified xsi:type="dcterms:W3CDTF">2026-04-20T04:22:05Z</dcterms:modified>
  <dc:identifier>DAHCaYqJ9OU</dc:identifier>
</cp:coreProperties>
</file>