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71" r:id="rId16"/>
    <p:sldId id="265" r:id="rId17"/>
  </p:sldIdLst>
  <p:sldSz cx="18288000" cy="10287000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ambria" pitchFamily="18" charset="0"/>
      <p:regular r:id="rId22"/>
      <p:bold r:id="rId23"/>
      <p:italic r:id="rId24"/>
      <p:boldItalic r:id="rId25"/>
    </p:embeddedFont>
    <p:embeddedFont>
      <p:font typeface="Bookman Old Style" pitchFamily="18" charset="0"/>
      <p:regular r:id="rId26"/>
      <p:bold r:id="rId27"/>
      <p:italic r:id="rId28"/>
      <p:boldItalic r:id="rId29"/>
    </p:embeddedFont>
    <p:embeddedFont>
      <p:font typeface="Gotham" charset="0"/>
      <p:regular r:id="rId30"/>
    </p:embeddedFont>
    <p:embeddedFont>
      <p:font typeface="Gotham Bold Italics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-864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1501640" y="5829300"/>
            <a:ext cx="15784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Event Lifecycle &amp; Ticketing Platform </a:t>
            </a:r>
            <a:endParaRPr lang="en-IN" sz="4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K.Amar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– VTU25055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23UECS1099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Dr. S.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Hemamalini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r>
              <a:rPr lang="en-US" sz="2800" dirty="0" smtClean="0"/>
              <a:t> M.E., Ph.D.</a:t>
            </a:r>
            <a:endParaRPr lang="en-US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/>
              <a:t>Assistant Professor (Senior Grade)</a:t>
            </a:r>
            <a:endParaRPr lang="en-IN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SDG 9 – Industry, Innovation and Infrastructure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104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Event management today is fragmented, using multiple tools for planning, promotion, and ticketing.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leads to inefficiency, errors, and poor coordination among organizers.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project is important as it provides a </a:t>
            </a:r>
            <a:r>
              <a:rPr lang="en-US" sz="3200" b="1" dirty="0" smtClean="0"/>
              <a:t>single integrated platform</a:t>
            </a:r>
            <a:r>
              <a:rPr lang="en-US" sz="3200" dirty="0" smtClean="0"/>
              <a:t> for the entire event lifecycle.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reduces manual effort and improves efficiency for both organizers and users.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In real-world scenarios, it is useful for concerts, seminars, college events, and workshops.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platform supports online ticket booking with secure payment options.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includes features like event creation, user management, notifications, and analytics.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Overall, it ensures a smooth, organized, and user-friendly event management experience.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BDE2941C-1504-53F9-99B2-48002CA9A345}"/>
              </a:ext>
            </a:extLst>
          </p:cNvPr>
          <p:cNvSpPr txBox="1"/>
          <p:nvPr/>
        </p:nvSpPr>
        <p:spPr>
          <a:xfrm>
            <a:off x="2133600" y="1562100"/>
            <a:ext cx="15082325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In many cases, event management processes are handled using multiple disconnected systems or manual methods.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leads to inefficiency in planning, ticketing, and communication between organizers and participants.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Manual handling increases the chances of errors, data loss, and delays in event execution.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There is a lack of a centralized system to manage the complete event lifecycle effectively.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Ticket booking and payment processes are often not streamlined or user-friendly.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Organizers face difficulty in tracking attendance, managing schedules, and analyzing event performance.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Users also experience inconvenience in accessing event details and booking tickets.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Therefore, there is a need for a unified, automated, and reliable platform to manage end-to-end event lifecycle and ticketing efficiently.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xmlns="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/>
              <a:t>To design and develop an </a:t>
            </a:r>
            <a:r>
              <a:rPr lang="en-US" sz="3200" b="1" dirty="0" smtClean="0"/>
              <a:t>End-to-End Event Lifecycle &amp; Ticketing Platform</a:t>
            </a:r>
            <a:r>
              <a:rPr lang="en-US" sz="3200" dirty="0" smtClean="0"/>
              <a:t> for managing events, ticket booking, and user interactions in a single system.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To implement and evaluate a </a:t>
            </a:r>
            <a:r>
              <a:rPr lang="en-US" sz="3200" b="1" dirty="0" smtClean="0"/>
              <a:t>secure and efficient system</a:t>
            </a:r>
            <a:r>
              <a:rPr lang="en-US" sz="3200" dirty="0" smtClean="0"/>
              <a:t> that improves event management, reduces manual effort, and enhances user experience.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xmlns="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160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system provides a </a:t>
            </a:r>
            <a:r>
              <a:rPr lang="en-US" sz="3200" b="1" dirty="0" smtClean="0"/>
              <a:t>centralized platform</a:t>
            </a:r>
            <a:r>
              <a:rPr lang="en-US" sz="3200" dirty="0" smtClean="0"/>
              <a:t> to manage the complete event lifecycle from creation to post-event analysis.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integrates modules like event creation, ticket booking, payment processing, user management, and notifications.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platform automates manual tasks, reducing errors and saving time for organizers.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offers a </a:t>
            </a:r>
            <a:r>
              <a:rPr lang="en-US" sz="3200" b="1" dirty="0" smtClean="0"/>
              <a:t>user-friendly interface</a:t>
            </a:r>
            <a:r>
              <a:rPr lang="en-US" sz="3200" dirty="0" smtClean="0"/>
              <a:t> for easy event browsing and ticket booking.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Real-time updates and notifications improve communication between organizers and attendees.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Secure payment integration ensures safe and reliable ticket transactions.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Analytics and reporting features help organizers evaluate event performance effectively.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Compared to existing systems, it is more </a:t>
            </a:r>
            <a:r>
              <a:rPr lang="en-US" sz="3200" b="1" dirty="0" smtClean="0"/>
              <a:t>efficient, scalable, and cost-effective</a:t>
            </a:r>
            <a:r>
              <a:rPr lang="en-US" sz="3200" dirty="0" smtClean="0"/>
              <a:t>, providing an all-in-one solution.</a:t>
            </a:r>
          </a:p>
          <a:p>
            <a:pPr marL="914400" lvl="1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xmlns="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14065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Input:</a:t>
            </a:r>
          </a:p>
          <a:p>
            <a:pPr algn="just"/>
            <a:r>
              <a:rPr lang="en-US" sz="3200" dirty="0" smtClean="0"/>
              <a:t>User enters login details, event information, and booking requests.</a:t>
            </a:r>
            <a:br>
              <a:rPr lang="en-US" sz="3200" dirty="0" smtClean="0"/>
            </a:br>
            <a:r>
              <a:rPr lang="en-US" sz="3200" dirty="0" smtClean="0"/>
              <a:t>Includes payment details and user interactions with the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Processing:</a:t>
            </a:r>
          </a:p>
          <a:p>
            <a:pPr algn="just"/>
            <a:r>
              <a:rPr lang="en-US" sz="3200" dirty="0" smtClean="0"/>
              <a:t>System verifies users, manages events, and processes ticket bookings.</a:t>
            </a:r>
            <a:br>
              <a:rPr lang="en-US" sz="3200" dirty="0" smtClean="0"/>
            </a:br>
            <a:r>
              <a:rPr lang="en-US" sz="3200" dirty="0" smtClean="0"/>
              <a:t>Handles payment confirmation and sends notifications.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Database:</a:t>
            </a:r>
          </a:p>
          <a:p>
            <a:pPr algn="just"/>
            <a:r>
              <a:rPr lang="en-US" sz="3200" dirty="0" smtClean="0"/>
              <a:t>Stores user data, event details, and booking records securely.</a:t>
            </a:r>
            <a:br>
              <a:rPr lang="en-US" sz="3200" dirty="0" smtClean="0"/>
            </a:br>
            <a:r>
              <a:rPr lang="en-US" sz="3200" dirty="0" smtClean="0"/>
              <a:t>Maintains transaction history and system data for retrieval.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 Output:</a:t>
            </a:r>
          </a:p>
          <a:p>
            <a:pPr algn="just"/>
            <a:r>
              <a:rPr lang="en-US" sz="3200" dirty="0" smtClean="0"/>
              <a:t>Displays booking confirmation, e-tickets, and event details.</a:t>
            </a:r>
            <a:br>
              <a:rPr lang="en-US" sz="3200" dirty="0" smtClean="0"/>
            </a:br>
            <a:r>
              <a:rPr lang="en-US" sz="3200" dirty="0" smtClean="0"/>
              <a:t>Generates reports, receipts, and notifications for users and organizers.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1562100"/>
            <a:ext cx="1363980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1333499"/>
            <a:ext cx="12877800" cy="868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11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Frontend:</a:t>
            </a:r>
          </a:p>
          <a:p>
            <a:pPr algn="just"/>
            <a:r>
              <a:rPr lang="en-US" sz="3200" dirty="0" smtClean="0"/>
              <a:t>HTML, CSS, JavaScript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Backend:</a:t>
            </a:r>
          </a:p>
          <a:p>
            <a:pPr algn="just"/>
            <a:r>
              <a:rPr lang="en-US" sz="3200" dirty="0" smtClean="0"/>
              <a:t>Java (Spring Boot)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Database:</a:t>
            </a:r>
          </a:p>
          <a:p>
            <a:pPr algn="just"/>
            <a:r>
              <a:rPr lang="en-US" sz="3200" dirty="0" err="1" smtClean="0"/>
              <a:t>MySQL</a:t>
            </a:r>
            <a:endParaRPr lang="en-US" sz="32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Tools:</a:t>
            </a:r>
          </a:p>
          <a:p>
            <a:pPr algn="just"/>
            <a:r>
              <a:rPr lang="en-US" sz="3200" dirty="0" smtClean="0"/>
              <a:t>VS Code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Hardware/Software Requirements:</a:t>
            </a:r>
          </a:p>
          <a:p>
            <a:pPr algn="just"/>
            <a:r>
              <a:rPr lang="en-US" sz="3200" dirty="0" smtClean="0"/>
              <a:t>Laptop (4GB RAM)</a:t>
            </a:r>
          </a:p>
          <a:p>
            <a:pPr algn="just"/>
            <a:r>
              <a:rPr lang="en-US" sz="3200" dirty="0" smtClean="0"/>
              <a:t>Web Browser (Chrome) </a:t>
            </a:r>
            <a:r>
              <a:rPr lang="en-US" sz="3200" dirty="0" err="1" smtClean="0"/>
              <a:t>MySQL</a:t>
            </a:r>
            <a:r>
              <a:rPr lang="en-US" sz="3200" dirty="0" smtClean="0"/>
              <a:t> Server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1: User Management</a:t>
            </a:r>
          </a:p>
          <a:p>
            <a:pPr algn="just"/>
            <a:r>
              <a:rPr lang="en-US" sz="3200" dirty="0" smtClean="0"/>
              <a:t>Handles user registration, login, and authentication for both organizers and attendees.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2: Event Management</a:t>
            </a:r>
          </a:p>
          <a:p>
            <a:pPr algn="just"/>
            <a:r>
              <a:rPr lang="en-US" sz="3200" dirty="0" smtClean="0"/>
              <a:t>Allows organizers to create, update, and manage event details like date, venue, and pricing.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3: Ticket Booking &amp; Payment</a:t>
            </a:r>
          </a:p>
          <a:p>
            <a:pPr algn="just"/>
            <a:r>
              <a:rPr lang="en-US" sz="3200" dirty="0" smtClean="0"/>
              <a:t>Manages ticket selection, booking process, and secure payment transactions.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4: Database &amp; Reporting</a:t>
            </a:r>
          </a:p>
          <a:p>
            <a:pPr algn="just"/>
            <a:r>
              <a:rPr lang="en-US" sz="3200" dirty="0" smtClean="0"/>
              <a:t>Stores all data and generates reports on bookings, users, and event performance.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286000" y="8115300"/>
            <a:ext cx="15011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 smtClean="0"/>
              <a:t>Explanation:</a:t>
            </a:r>
          </a:p>
          <a:p>
            <a:pPr algn="just"/>
            <a:r>
              <a:rPr lang="en-US" sz="3600" dirty="0" smtClean="0"/>
              <a:t>This is a </a:t>
            </a:r>
            <a:r>
              <a:rPr lang="en-US" sz="3600" b="1" dirty="0" smtClean="0"/>
              <a:t>login page UI</a:t>
            </a:r>
            <a:r>
              <a:rPr lang="en-US" sz="3600" dirty="0" smtClean="0"/>
              <a:t> where users enter their email and password to access their account.</a:t>
            </a:r>
          </a:p>
          <a:p>
            <a:pPr algn="just"/>
            <a:endParaRPr lang="en-US" sz="32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1638300"/>
            <a:ext cx="12496800" cy="600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905000" y="8039100"/>
            <a:ext cx="16002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Explanation: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This screen displays the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All Events page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where users can view and browse different events with details like date, location, and booking status.</a:t>
            </a:r>
            <a:b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1562100"/>
            <a:ext cx="11811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286000" y="8191500"/>
            <a:ext cx="14782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Explanation:</a:t>
            </a:r>
          </a:p>
          <a:p>
            <a:r>
              <a:rPr lang="en-US" sz="3200" dirty="0" smtClean="0"/>
              <a:t>This screen shows the </a:t>
            </a:r>
            <a:r>
              <a:rPr lang="en-US" sz="3200" b="1" dirty="0" smtClean="0"/>
              <a:t>ticket management dashboard</a:t>
            </a:r>
            <a:r>
              <a:rPr lang="en-US" sz="3200" dirty="0" smtClean="0"/>
              <a:t>, displaying real-time ticket sales for different categories like General, VIP, and Backstage.</a:t>
            </a:r>
            <a:endParaRPr 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1714500"/>
            <a:ext cx="1185545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362200" y="7962900"/>
            <a:ext cx="14478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Explanation:</a:t>
            </a:r>
          </a:p>
          <a:p>
            <a:r>
              <a:rPr lang="en-US" sz="3200" dirty="0" smtClean="0"/>
              <a:t>This is a </a:t>
            </a:r>
            <a:r>
              <a:rPr lang="en-US" sz="3200" b="1" dirty="0" smtClean="0"/>
              <a:t>ticket scanner interface</a:t>
            </a:r>
            <a:r>
              <a:rPr lang="en-US" sz="3200" dirty="0" smtClean="0"/>
              <a:t> used to validate event entry by scanning a QR code or entering a code manually.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1562100"/>
            <a:ext cx="121158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xmlns="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xmlns="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xmlns="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xmlns="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33600" y="1943100"/>
            <a:ext cx="13335000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b="1" dirty="0" smtClean="0">
                <a:latin typeface="Arial" charset="0"/>
                <a:cs typeface="Arial" charset="0"/>
              </a:rPr>
              <a:t>Advantages: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Reduces manual work by automating event management and ticket booking processes.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Provides real-time updates on ticket availability and event status.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Ensures secure transactions and user authentication.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Saves time for both organizers and users through an easy-to-use platform.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Stores all event and booking data centrally for quick access and analysis.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3200" b="1" dirty="0" smtClean="0">
              <a:latin typeface="Arial" charset="0"/>
              <a:cs typeface="Arial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b="1" dirty="0" smtClean="0">
                <a:latin typeface="Arial" charset="0"/>
                <a:cs typeface="Arial" charset="0"/>
              </a:rPr>
              <a:t>Limitations: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Requires a stable internet connection for proper functioning.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System downtime or server issues may affect bookings and access.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Security risks like data breaches if not properly managed.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Initial development and maintenance cost may be high.</a:t>
            </a:r>
          </a:p>
        </p:txBody>
      </p:sp>
    </p:spTree>
    <p:extLst>
      <p:ext uri="{BB962C8B-B14F-4D97-AF65-F5344CB8AC3E}">
        <p14:creationId xmlns:p14="http://schemas.microsoft.com/office/powerpoint/2010/main" xmlns="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blob:https://web.whatsapp.com/a3026fd5-cf82-4c1c-86c4-ff6d54621a4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blob:https://web.whatsapp.com/a3026fd5-cf82-4c1c-86c4-ff6d54621a4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blob:https://web.whatsapp.com/a3026fd5-cf82-4c1c-86c4-ff6d54621a4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blob:https://web.whatsapp.com/a3026fd5-cf82-4c1c-86c4-ff6d54621a4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1" y="1257300"/>
            <a:ext cx="6934200" cy="792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976</Words>
  <Application>Microsoft Office PowerPoint</Application>
  <PresentationFormat>Custom</PresentationFormat>
  <Paragraphs>337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</vt:lpstr>
      <vt:lpstr>Bookman Old Style</vt:lpstr>
      <vt:lpstr>Times New Roman</vt:lpstr>
      <vt:lpstr>Gotham</vt:lpstr>
      <vt:lpstr>Wingdings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silpa reddy</dc:creator>
  <cp:lastModifiedBy>silpa reddy</cp:lastModifiedBy>
  <cp:revision>25</cp:revision>
  <dcterms:created xsi:type="dcterms:W3CDTF">2006-08-16T00:00:00Z</dcterms:created>
  <dcterms:modified xsi:type="dcterms:W3CDTF">2026-03-27T09:39:13Z</dcterms:modified>
  <dc:identifier>DAHCaYqJ9OU</dc:identifier>
</cp:coreProperties>
</file>